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E89F-8391-BD45-8843-C45B9AB8A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6CF26-D024-02DC-4CB3-C111D6828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1372B-FB3D-6086-A76D-75AA63B42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2D2-47B5-43AE-801F-2BCA0C6BE99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20F36-F062-0EF7-B692-9651252C8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DEBCC-E258-1C11-5348-4C750CD0D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28C9-B269-482A-9430-13B71D8F7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9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885C4-C2E5-4AAB-217D-C00EBC4AA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03CD7-D118-753D-A90A-340136875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1991-EA7B-3844-A34B-B5B4FB3B7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2D2-47B5-43AE-801F-2BCA0C6BE99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13445-519A-A5C3-7226-3FB19DC95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FCD35-C389-59F9-AFAA-63012E9E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28C9-B269-482A-9430-13B71D8F7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2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34B62-C69F-436C-811C-E3C49B635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59C0C-FBA5-6EF5-A694-41394EB66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D06C4-41F1-AFBE-76E1-850628E57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2D2-47B5-43AE-801F-2BCA0C6BE99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B2AEB-D6D9-4C20-B852-311F172F5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A0626-FBA8-9A50-4235-0CCED8C51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28C9-B269-482A-9430-13B71D8F7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17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1EF49-70DC-8B89-5440-2A1D4069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DD934-AF79-0BDA-F617-1EF0AF4BF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C2267-1EE3-AB02-1DC7-27A6691FD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C7B90-681C-CBA3-BE9D-E2F7F5B0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2D2-47B5-43AE-801F-2BCA0C6BE99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FC976-07C0-9F4E-EF7D-B8B260A2F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1644B-FEB6-3478-92BC-70711490F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28C9-B269-482A-9430-13B71D8F7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2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FA536-471A-012A-8C79-0E42876E3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2DABE-2AD4-BCD4-3EF5-78E7CAF23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C906C-99F5-EA71-1DC6-E9BD6D9EC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CA67E8-F18A-5F30-C6D8-FBA1E3BA5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D32C1-BAD7-897D-7C2E-818C5B7B38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F1BB89-8261-D6F3-7E56-98C926CBD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2D2-47B5-43AE-801F-2BCA0C6BE99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60079A-7CB5-D89B-B332-D6D84FC4D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B5276E-4B07-E014-F5C2-8F0A27AC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28C9-B269-482A-9430-13B71D8F7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1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15AA-75BF-0EE5-5F13-47F11FD95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172637-8F0D-789D-38F9-3950ECF2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2D2-47B5-43AE-801F-2BCA0C6BE99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BC22AE-F97A-B378-8A29-32E692334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08A38-6484-AD09-FBEE-F262A888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28C9-B269-482A-9430-13B71D8F7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71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74D801-51B6-276B-BDA0-9EAFFACE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2D2-47B5-43AE-801F-2BCA0C6BE99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80FB50-ACF2-C8EF-0C85-E96B2DC36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C6DC9-508A-39A0-7814-DA80F943F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28C9-B269-482A-9430-13B71D8F7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07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2406-86E4-AC57-233E-EC40A816A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26FB-3BE6-1CBC-F013-F19811F67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029F4-290A-B681-A543-9EB3574E0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99B51-E0F5-4B6E-C0D1-B174FB73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2D2-47B5-43AE-801F-2BCA0C6BE99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0B45-DC67-2844-1A20-4CD69093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BD1DF-9ECD-75B9-BCFC-7A308F399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28C9-B269-482A-9430-13B71D8F7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97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36F10-41AF-8C02-9CDD-CEFEC2BBA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82BFD1-8003-E32A-91D6-A241C240C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2583E-AD8B-C3D4-0B21-BC4FEFB9B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AB63A-666B-7AB4-9856-AB6675F09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2D2-47B5-43AE-801F-2BCA0C6BE99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1C66B-8FFB-0174-E510-B2E889BAA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C5F92-A3E3-4374-4024-16D2C1C7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28C9-B269-482A-9430-13B71D8F7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54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18A3B-FE03-F176-0DE1-90CA626C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31C7E-3D51-AD86-4F9C-7AFA06385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4B6F9-053D-5F7C-107C-53A5748BE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2D2-47B5-43AE-801F-2BCA0C6BE99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1FF2F-5FFE-0C50-DA28-A7E17FDC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EF556-F4B0-23A3-ED7A-615D1BE40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28C9-B269-482A-9430-13B71D8F7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8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C022FC-4CF4-85D4-EA44-367E5ED6A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06AB51-4054-DFE1-BE4A-48585C4D5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55F46-2B1B-1DD5-B052-8EE620D5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2D2-47B5-43AE-801F-2BCA0C6BE99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5A925-08D7-2774-4DF3-63693182D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1DD09-7BBB-67B8-2E80-17FA5CD70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28C9-B269-482A-9430-13B71D8F7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4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C95FC-F0DB-DB54-C46F-B17E9B5E5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32D5B-7C9D-6574-6512-22E7097FD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984AA-3A94-4F46-86EA-7EC67EE5E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4A2D2-47B5-43AE-801F-2BCA0C6BE99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B44CD-44CF-0B28-BBC8-59AF4164C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59300-79D7-BD87-696F-6B1047FBA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628C9-B269-482A-9430-13B71D8F7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9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FB8DEE-F8AC-12DF-4313-02D86DD49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197246" cy="70303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40BBA0-ED65-F920-2C8E-25A779EFD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261" y="0"/>
            <a:ext cx="45869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80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37FD47-8451-B9A2-45E1-FE564A119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42216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D753AD-E14C-5312-6701-51ECEDEAA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688" y="131858"/>
            <a:ext cx="3887105" cy="672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2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52D3F6-81CD-3853-10A2-9D913C252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29" y="286274"/>
            <a:ext cx="4161322" cy="6571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964645-30C1-29FB-DF80-CEA084121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419" y="243913"/>
            <a:ext cx="4161322" cy="645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156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Ricadeth221394</dc:creator>
  <cp:lastModifiedBy>Ricadeth221394</cp:lastModifiedBy>
  <cp:revision>1</cp:revision>
  <dcterms:created xsi:type="dcterms:W3CDTF">2025-04-30T06:50:53Z</dcterms:created>
  <dcterms:modified xsi:type="dcterms:W3CDTF">2025-04-30T06:51:13Z</dcterms:modified>
</cp:coreProperties>
</file>